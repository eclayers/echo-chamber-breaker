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CHAMBER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anti-sycophant layer for Alexa+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Self-hosted MCP Server  ·  Streamable HTTP  ·  Amazon Bedrock  ·  Alexa+ Track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217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Amazon Developer Hackathon 2026  ·  Build, Ship, Shape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THE_PROBLEM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AI makes you feel smarter.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none makes you harder to fool.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161C19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Sycophantic assistants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32004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response to strong opinions is soft agreement. Comfort over calibration.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97680" y="237744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161C19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blind spots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32004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rarely receive the strongest opposing case. Weak counters are easy to dismiss.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46720" y="237744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161C19"/>
          </a:solidFill>
          <a:ln/>
        </p:spPr>
      </p:sp>
      <p:sp>
        <p:nvSpPr>
          <p:cNvPr id="21" name="Text 19"/>
          <p:cNvSpPr/>
          <p:nvPr/>
        </p:nvSpPr>
        <p:spPr>
          <a:xfrm>
            <a:off x="827532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honesty signal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75320" y="32004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longitudinal measure of whether someone actually engaged with counter-arguments.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THE_SOLUTION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Chamber Breaker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self-hosted MCP server that turns Alexa+ into an intellectual honesty coach.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stance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emotion, predicted blind spots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3063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Steelman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54880" y="3063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charitable opposing argument via Bedrock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40233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23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54880" y="4023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real engagement, not dismissal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" y="4983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6304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754880" y="4983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Intellectual Honesty Score over time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HOW_IT_WORKS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Alexa+ (or web simulator) calls real MCP tools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164592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161C19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analyze_stance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strength + blind spots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161C19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steelman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strongest opposing case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161C1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26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/ continue_debate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structured challenge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164592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161C19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record_engagement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user actually grapple?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17920" y="297180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161C19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honesty_report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46520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trend + history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217920" y="429768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161C19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4526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challenge_me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intellectual friction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correct, agent-buildable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15544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61C1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1755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17556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Alexa+  ·  Web Simulator (real MCP client)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242316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61C19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624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91840" y="26243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 HTTP  ·  MCP Spec 2025-11-25+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29184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61C19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4930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91840" y="34930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 ·  Official MCP SDK  ·  Tool handlers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61C19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3616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91840" y="43616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(Claude / Nova)  ·  Prompt lab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61C19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230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91840" y="52303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or local store  ·  Honesty ledger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WHY_THIS_WINS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non-obvious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Unpopular thesis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1645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submissions are memory, kitchen, or task tools. This one challenges the user.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7432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depth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27432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Steelmanning quality is the product. Not a thin wrapper around an API.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840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signal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03520" y="38404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 Score creates a longitudinal story judges remember.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937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7160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MCP demo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03520" y="49377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speaks the real protocol. Trace panel proves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DEMO_FLOW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minute narrative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1600200"/>
            <a:ext cx="320040" cy="320040"/>
          </a:xfrm>
          <a:prstGeom prst="ellipse">
            <a:avLst/>
          </a:prstGeom>
          <a:solidFill>
            <a:srgbClr val="A8D95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6276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51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1554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simulator → show live MCP connection + tools/list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2331720"/>
            <a:ext cx="320040" cy="320040"/>
          </a:xfrm>
          <a:prstGeom prst="ellipse">
            <a:avLst/>
          </a:prstGeom>
          <a:solidFill>
            <a:srgbClr val="A8D95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591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51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2286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“Remote work is destroying company culture.”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063240"/>
            <a:ext cx="320040" cy="320040"/>
          </a:xfrm>
          <a:prstGeom prst="ellipse">
            <a:avLst/>
          </a:prstGeom>
          <a:solidFill>
            <a:srgbClr val="A8D95E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51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3017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analyze_stance → steelman appears (high quality opposing case)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794760"/>
            <a:ext cx="320040" cy="320040"/>
          </a:xfrm>
          <a:prstGeom prst="ellipse">
            <a:avLst/>
          </a:prstGeom>
          <a:solidFill>
            <a:srgbClr val="A8D95E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82219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51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engages → record_engagement → score moves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4526280"/>
            <a:ext cx="320040" cy="320040"/>
          </a:xfrm>
          <a:prstGeom prst="ellipse">
            <a:avLst/>
          </a:prstGeom>
          <a:solidFill>
            <a:srgbClr val="A8D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55371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51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97280" y="44805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honesty_report + optional challenge_me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320040" cy="320040"/>
          </a:xfrm>
          <a:prstGeom prst="ellipse">
            <a:avLst/>
          </a:prstGeom>
          <a:solidFill>
            <a:srgbClr val="A8D95E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2852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51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on architecture + GitHub + friction log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28016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161C19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6002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10312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Streamable HTTP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2025-11-25+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43400" y="128016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161C19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6002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210312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8160" y="128016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161C19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6002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66760" y="210312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@modelcontextprotocol/sdk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161C19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977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Nova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43400" y="365760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161C1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3977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 local fallback)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611880" cy="2103120"/>
          </a:xfrm>
          <a:prstGeom prst="roundRect">
            <a:avLst>
              <a:gd name="adj" fmla="val 3478"/>
            </a:avLst>
          </a:prstGeom>
          <a:solidFill>
            <a:srgbClr val="161C19"/>
          </a:solidFill>
          <a:ln/>
        </p:spPr>
      </p:sp>
      <p:sp>
        <p:nvSpPr>
          <p:cNvPr id="29" name="Text 27"/>
          <p:cNvSpPr/>
          <p:nvPr/>
        </p:nvSpPr>
        <p:spPr>
          <a:xfrm>
            <a:off x="8366760" y="3977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9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(agent-first)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ECHO_CHAMBER_BREAKER </a:t>
            </a:r>
            <a:pPr indent="0" marL="0">
              <a:buNone/>
            </a:pPr>
            <a:r>
              <a:rPr lang="en-US" sz="1000" spc="150" kern="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pPr indent="0" marL="0">
              <a:buNone/>
            </a:pPr>
            <a:r>
              <a:rPr lang="en-US" sz="1000" spc="150" kern="0" dirty="0">
                <a:solidFill>
                  <a:srgbClr val="EDE9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320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658368"/>
            <a:ext cx="11094415" cy="0"/>
          </a:xfrm>
          <a:prstGeom prst="line">
            <a:avLst/>
          </a:prstGeom>
          <a:noFill/>
          <a:ln w="12700">
            <a:solidFill>
              <a:srgbClr val="2A3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Alexa+ track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Self-hosted MCP server (Streamable HTTP)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834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Mini-challenge ready: AWS Builder (Bedrock) + Open Source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path: Web simulator as real MCP client (no partner preview required)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4480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style: Antigravity-first, phase-driven, artifact-reviewed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07647" y="201168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90527" y="201168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07647" y="6656832"/>
            <a:ext cx="182880" cy="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0527" y="6473952"/>
            <a:ext cx="0" cy="182880"/>
          </a:xfrm>
          <a:prstGeom prst="line">
            <a:avLst/>
          </a:prstGeom>
          <a:noFill/>
          <a:ln w="9525">
            <a:solidFill>
              <a:srgbClr val="5E6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0116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the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D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opinion.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D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Chamber Breaker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Alexa+  ·  MCP  ·  Bedrock  ·  Intellectual Honesty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Amazon Developer Hackathon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 Chamber Breaker</dc:title>
  <dc:subject>PptxGenJS Presentation</dc:subject>
  <dc:creator>Echo Chamber Breaker Team</dc:creator>
  <cp:lastModifiedBy>Echo Chamber Breaker Team</cp:lastModifiedBy>
  <cp:revision>1</cp:revision>
  <dcterms:created xsi:type="dcterms:W3CDTF">2026-10-21T13:07:08Z</dcterms:created>
  <dcterms:modified xsi:type="dcterms:W3CDTF">2026-10-21T13:07:08Z</dcterms:modified>
</cp:coreProperties>
</file>